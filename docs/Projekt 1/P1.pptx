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4"/>
  </p:sldMasterIdLst>
  <p:sldIdLst>
    <p:sldId id="256" r:id="rId5"/>
    <p:sldId id="264" r:id="rId6"/>
    <p:sldId id="263" r:id="rId7"/>
    <p:sldId id="257" r:id="rId8"/>
    <p:sldId id="258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7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13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566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05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23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99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5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672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305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9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86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99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7933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Tło połączonych wielokątów kształtowania">
            <a:extLst>
              <a:ext uri="{FF2B5EF4-FFF2-40B4-BE49-F238E27FC236}">
                <a16:creationId xmlns:a16="http://schemas.microsoft.com/office/drawing/2014/main" id="{F8DA14AE-94D9-3B21-2DEF-89A4D7CA5D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84" r="311" b="390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0"/>
            <a:ext cx="12191999" cy="1371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58DE473-6320-2724-4AF8-C1DE6ACAE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15000"/>
            <a:ext cx="8027544" cy="960120"/>
          </a:xfrm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l-PL" sz="3100"/>
              <a:t>Projekt 1 – Implementacja klasycznego algorytmu genetycznego</a:t>
            </a:r>
          </a:p>
        </p:txBody>
      </p:sp>
    </p:spTree>
    <p:extLst>
      <p:ext uri="{BB962C8B-B14F-4D97-AF65-F5344CB8AC3E}">
        <p14:creationId xmlns:p14="http://schemas.microsoft.com/office/powerpoint/2010/main" val="2288619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55508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ytuł 1">
            <a:extLst>
              <a:ext uri="{FF2B5EF4-FFF2-40B4-BE49-F238E27FC236}">
                <a16:creationId xmlns:a16="http://schemas.microsoft.com/office/drawing/2014/main" id="{8D041B95-6D37-C3D2-FCC9-9F1A36FA4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4678559"/>
            <a:ext cx="10801350" cy="9787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5400"/>
              <a:t>MATERIAŁY</a:t>
            </a:r>
            <a:endParaRPr lang="en-US" sz="5400"/>
          </a:p>
        </p:txBody>
      </p:sp>
      <p:pic>
        <p:nvPicPr>
          <p:cNvPr id="7" name="Obraz 6" descr="Obraz zawierający tekst, zrzut ekranu, oprogramowanie, Oprogramowanie multimedialne&#10;&#10;Zawartość wygenerowana przez AI może być niepoprawna.">
            <a:extLst>
              <a:ext uri="{FF2B5EF4-FFF2-40B4-BE49-F238E27FC236}">
                <a16:creationId xmlns:a16="http://schemas.microsoft.com/office/drawing/2014/main" id="{38BE3552-6247-F665-9EB5-73A911FC3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571" y="312361"/>
            <a:ext cx="8786046" cy="418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766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6C8543C-30CD-39F4-11B1-20C2C87DA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HARMONOGRAM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850DD04-594F-209D-4B3B-D9A99B13D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23.02-27.02 – wprowadzenie</a:t>
            </a:r>
          </a:p>
          <a:p>
            <a:r>
              <a:rPr lang="pl-PL" dirty="0"/>
              <a:t>02.03-06.03 – konsultacje</a:t>
            </a:r>
          </a:p>
          <a:p>
            <a:r>
              <a:rPr lang="pl-PL" dirty="0"/>
              <a:t>09.03-13.03 – konsultacje</a:t>
            </a:r>
          </a:p>
          <a:p>
            <a:r>
              <a:rPr lang="pl-PL" dirty="0"/>
              <a:t>16.03-20.03 – zaliczenie P1</a:t>
            </a:r>
          </a:p>
        </p:txBody>
      </p:sp>
    </p:spTree>
    <p:extLst>
      <p:ext uri="{BB962C8B-B14F-4D97-AF65-F5344CB8AC3E}">
        <p14:creationId xmlns:p14="http://schemas.microsoft.com/office/powerpoint/2010/main" val="277688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69B90B4-80FA-FF99-F258-1FDA6C00C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770" y="5852162"/>
            <a:ext cx="5965190" cy="74685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1. </a:t>
            </a:r>
            <a:r>
              <a:rPr lang="en-US" sz="3400" err="1"/>
              <a:t>Wybór</a:t>
            </a:r>
            <a:r>
              <a:rPr lang="en-US" sz="3400"/>
              <a:t> </a:t>
            </a:r>
            <a:r>
              <a:rPr lang="en-US" sz="3400" err="1"/>
              <a:t>funkcji</a:t>
            </a:r>
            <a:r>
              <a:rPr lang="en-US" sz="3400"/>
              <a:t> </a:t>
            </a:r>
            <a:r>
              <a:rPr lang="en-US" sz="3400" err="1"/>
              <a:t>testowej</a:t>
            </a:r>
            <a:endParaRPr lang="en-US" sz="3400"/>
          </a:p>
        </p:txBody>
      </p:sp>
      <p:pic>
        <p:nvPicPr>
          <p:cNvPr id="5" name="Symbol zastępczy zawartości 4" descr="Obraz zawierający tekst, zrzut ekranu, diagram, design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A79E6404-4115-1952-A37D-EF54E3FB0C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" b="1917"/>
          <a:stretch/>
        </p:blipFill>
        <p:spPr>
          <a:xfrm>
            <a:off x="4562515" y="288721"/>
            <a:ext cx="3066970" cy="4312885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69770" y="5719083"/>
            <a:ext cx="8229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Obraz 6">
            <a:extLst>
              <a:ext uri="{FF2B5EF4-FFF2-40B4-BE49-F238E27FC236}">
                <a16:creationId xmlns:a16="http://schemas.microsoft.com/office/drawing/2014/main" id="{8EA14879-D87D-BD56-215D-E44C66B6E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4071" y="4860154"/>
            <a:ext cx="4724788" cy="56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250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77B831B-8329-4328-9A9E-3F5AE7C3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770" y="5852162"/>
            <a:ext cx="5965190" cy="7468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2. </a:t>
            </a:r>
            <a:r>
              <a:rPr lang="en-US" err="1"/>
              <a:t>Interfejs</a:t>
            </a:r>
            <a:r>
              <a:rPr lang="en-US"/>
              <a:t> </a:t>
            </a:r>
            <a:r>
              <a:rPr lang="en-US" err="1"/>
              <a:t>graficzny</a:t>
            </a:r>
            <a:endParaRPr lang="en-US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D7A1EAD1-3DF7-9329-4E22-FB75564756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2" b="12311"/>
          <a:stretch/>
        </p:blipFill>
        <p:spPr>
          <a:xfrm>
            <a:off x="3873695" y="406400"/>
            <a:ext cx="4444609" cy="5196474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69770" y="5719083"/>
            <a:ext cx="8229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925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356192-5AF9-DC13-2119-E50E3E941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9FD23BD-47CC-337D-8673-ECDB7073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63196EA-BFA0-E419-AE26-4325FDDF1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710AABB-F892-5518-0BF9-BABF373FE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7884AED-3F0A-E27F-D14D-17A48B764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770" y="5852162"/>
            <a:ext cx="5965190" cy="7468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3. IMPLEMENTACJA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16D4BFE-5642-5CE7-4691-46555FB35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69770" y="5719083"/>
            <a:ext cx="8229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az 5">
            <a:extLst>
              <a:ext uri="{FF2B5EF4-FFF2-40B4-BE49-F238E27FC236}">
                <a16:creationId xmlns:a16="http://schemas.microsoft.com/office/drawing/2014/main" id="{CEBFCC5F-8E2C-8B02-CDA5-53C9EBAED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728" y="115696"/>
            <a:ext cx="5591683" cy="3816325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23739727-39A2-0AFF-CB07-2D01F73EF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076" y="4010539"/>
            <a:ext cx="10173824" cy="155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891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1F3936-7334-E309-1A19-FC48FDB42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2F1D3E8-A3A3-7BEF-DC18-088DEBEC1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IMPLEMENTACJA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5B8BEA80-9CCD-6684-FF65-86E9625F32AF}"/>
              </a:ext>
            </a:extLst>
          </p:cNvPr>
          <p:cNvSpPr txBox="1"/>
          <p:nvPr/>
        </p:nvSpPr>
        <p:spPr>
          <a:xfrm>
            <a:off x="700088" y="2221992"/>
            <a:ext cx="6400800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latin typeface="+mj-lt"/>
              </a:rPr>
              <a:t>Binarna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reprezentacja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chromosomu</a:t>
            </a:r>
            <a:r>
              <a:rPr lang="en-US">
                <a:latin typeface="+mj-lt"/>
              </a:rPr>
              <a:t> i </a:t>
            </a:r>
            <a:r>
              <a:rPr lang="en-US" err="1">
                <a:latin typeface="+mj-lt"/>
              </a:rPr>
              <a:t>konfiguracja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dokładności</a:t>
            </a:r>
            <a:r>
              <a:rPr lang="en-US">
                <a:latin typeface="+mj-lt"/>
              </a:rPr>
              <a:t>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latin typeface="+mj-lt"/>
              </a:rPr>
              <a:t>Konfiguracja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wielkości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populacji</a:t>
            </a:r>
            <a:r>
              <a:rPr lang="en-US">
                <a:latin typeface="+mj-lt"/>
              </a:rPr>
              <a:t>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latin typeface="+mj-lt"/>
              </a:rPr>
              <a:t>Konfiguracja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liczby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epok</a:t>
            </a:r>
            <a:r>
              <a:rPr lang="en-US">
                <a:latin typeface="+mj-lt"/>
              </a:rPr>
              <a:t>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latin typeface="+mj-lt"/>
              </a:rPr>
              <a:t>Metody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selekcji</a:t>
            </a:r>
            <a:r>
              <a:rPr lang="en-US">
                <a:latin typeface="+mj-lt"/>
              </a:rPr>
              <a:t>: </a:t>
            </a:r>
            <a:r>
              <a:rPr lang="en-US" err="1">
                <a:latin typeface="+mj-lt"/>
              </a:rPr>
              <a:t>najlepszych</a:t>
            </a:r>
            <a:r>
              <a:rPr lang="en-US">
                <a:latin typeface="+mj-lt"/>
              </a:rPr>
              <a:t>, </a:t>
            </a:r>
            <a:r>
              <a:rPr lang="en-US" err="1">
                <a:latin typeface="+mj-lt"/>
              </a:rPr>
              <a:t>ruletki</a:t>
            </a:r>
            <a:r>
              <a:rPr lang="en-US">
                <a:latin typeface="+mj-lt"/>
              </a:rPr>
              <a:t>, </a:t>
            </a:r>
            <a:r>
              <a:rPr lang="en-US" err="1">
                <a:latin typeface="+mj-lt"/>
              </a:rPr>
              <a:t>turniejowa</a:t>
            </a:r>
            <a:r>
              <a:rPr lang="en-US">
                <a:latin typeface="+mj-lt"/>
              </a:rPr>
              <a:t>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latin typeface="+mj-lt"/>
              </a:rPr>
              <a:t>Krzyżowanie</a:t>
            </a:r>
            <a:r>
              <a:rPr lang="en-US">
                <a:latin typeface="+mj-lt"/>
              </a:rPr>
              <a:t>: </a:t>
            </a:r>
            <a:r>
              <a:rPr lang="en-US" err="1">
                <a:latin typeface="+mj-lt"/>
              </a:rPr>
              <a:t>jednopunktowe</a:t>
            </a:r>
            <a:r>
              <a:rPr lang="en-US">
                <a:latin typeface="+mj-lt"/>
              </a:rPr>
              <a:t>, </a:t>
            </a:r>
            <a:r>
              <a:rPr lang="en-US" err="1">
                <a:latin typeface="+mj-lt"/>
              </a:rPr>
              <a:t>dwupunktowe</a:t>
            </a:r>
            <a:r>
              <a:rPr lang="en-US">
                <a:latin typeface="+mj-lt"/>
              </a:rPr>
              <a:t>, </a:t>
            </a:r>
            <a:r>
              <a:rPr lang="en-US" err="1">
                <a:latin typeface="+mj-lt"/>
              </a:rPr>
              <a:t>jednorodne</a:t>
            </a:r>
            <a:r>
              <a:rPr lang="en-US">
                <a:latin typeface="+mj-lt"/>
              </a:rPr>
              <a:t>, </a:t>
            </a:r>
            <a:r>
              <a:rPr lang="en-US" err="1">
                <a:latin typeface="+mj-lt"/>
              </a:rPr>
              <a:t>ziarniste</a:t>
            </a:r>
            <a:r>
              <a:rPr lang="en-US">
                <a:latin typeface="+mj-lt"/>
              </a:rPr>
              <a:t>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latin typeface="+mj-lt"/>
              </a:rPr>
              <a:t>Mutacje</a:t>
            </a:r>
            <a:r>
              <a:rPr lang="en-US">
                <a:latin typeface="+mj-lt"/>
              </a:rPr>
              <a:t>: </a:t>
            </a:r>
            <a:r>
              <a:rPr lang="en-US" err="1">
                <a:latin typeface="+mj-lt"/>
              </a:rPr>
              <a:t>brzegowa</a:t>
            </a:r>
            <a:r>
              <a:rPr lang="en-US">
                <a:latin typeface="+mj-lt"/>
              </a:rPr>
              <a:t>, </a:t>
            </a:r>
            <a:r>
              <a:rPr lang="en-US" err="1">
                <a:latin typeface="+mj-lt"/>
              </a:rPr>
              <a:t>jedno</a:t>
            </a:r>
            <a:r>
              <a:rPr lang="en-US">
                <a:latin typeface="+mj-lt"/>
              </a:rPr>
              <a:t>- i </a:t>
            </a:r>
            <a:r>
              <a:rPr lang="en-US" err="1">
                <a:latin typeface="+mj-lt"/>
              </a:rPr>
              <a:t>dwupunktowa</a:t>
            </a:r>
            <a:r>
              <a:rPr lang="en-US">
                <a:latin typeface="+mj-lt"/>
              </a:rPr>
              <a:t>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>Operator </a:t>
            </a:r>
            <a:r>
              <a:rPr lang="en-US" err="1">
                <a:latin typeface="+mj-lt"/>
              </a:rPr>
              <a:t>inwersji</a:t>
            </a:r>
            <a:r>
              <a:rPr lang="en-US">
                <a:latin typeface="+mj-lt"/>
              </a:rPr>
              <a:t> i </a:t>
            </a:r>
            <a:r>
              <a:rPr lang="en-US" err="1">
                <a:latin typeface="+mj-lt"/>
              </a:rPr>
              <a:t>strategia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elitarna</a:t>
            </a:r>
            <a:r>
              <a:rPr lang="en-US">
                <a:latin typeface="+mj-lt"/>
              </a:rPr>
              <a:t>.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Symbol zastępczy zawartości 4">
            <a:extLst>
              <a:ext uri="{FF2B5EF4-FFF2-40B4-BE49-F238E27FC236}">
                <a16:creationId xmlns:a16="http://schemas.microsoft.com/office/drawing/2014/main" id="{F150C27A-5AF1-CAEC-8BC0-7FADA089FA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2" b="12311"/>
          <a:stretch/>
        </p:blipFill>
        <p:spPr>
          <a:xfrm>
            <a:off x="6947291" y="857270"/>
            <a:ext cx="4444609" cy="519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319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A91155D-ECB1-B2DE-BD90-A98514714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IMPLEMENTACJA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433064CE-6425-F36F-8BEF-03CCC7852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35" y="1738064"/>
            <a:ext cx="2229161" cy="4020111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FAB4FB1E-C9A7-574C-F8EE-E2E789E23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576" y="1783262"/>
            <a:ext cx="8274789" cy="2108867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D5E19CE4-F927-A2C1-2D27-24323479C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6576" y="4242207"/>
            <a:ext cx="8274789" cy="105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25850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3DE8BBE8F153D418928FE08208D5567" ma:contentTypeVersion="3" ma:contentTypeDescription="Utwórz nowy dokument." ma:contentTypeScope="" ma:versionID="d2a8bce7a5c54fe57a863e3ebd4c2dc5">
  <xsd:schema xmlns:xsd="http://www.w3.org/2001/XMLSchema" xmlns:xs="http://www.w3.org/2001/XMLSchema" xmlns:p="http://schemas.microsoft.com/office/2006/metadata/properties" xmlns:ns2="85922a34-6150-4ed1-9b8c-76b3c2660a50" targetNamespace="http://schemas.microsoft.com/office/2006/metadata/properties" ma:root="true" ma:fieldsID="f624dee7d33927b7bd3f0ec642d90263" ns2:_="">
    <xsd:import namespace="85922a34-6150-4ed1-9b8c-76b3c2660a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22a34-6150-4ed1-9b8c-76b3c2660a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2E98F07-5D34-4067-833C-0CBE34C29C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22a34-6150-4ed1-9b8c-76b3c2660a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3013AB7-BE19-40A7-8A6D-C43FF6203C6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DF5B1AE-B6DE-4BD3-8915-D66E6C22EE6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</Words>
  <Application>Microsoft Office PowerPoint</Application>
  <PresentationFormat>Widescreen</PresentationFormat>
  <Paragraphs>19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ChronicleVTI</vt:lpstr>
      <vt:lpstr>Projekt 1 – Implementacja klasycznego algorytmu genetycznego</vt:lpstr>
      <vt:lpstr>MATERIAŁY</vt:lpstr>
      <vt:lpstr>HARMONOGRAM</vt:lpstr>
      <vt:lpstr>1. Wybór funkcji testowej</vt:lpstr>
      <vt:lpstr>2. Interfejs graficzny</vt:lpstr>
      <vt:lpstr>3. IMPLEMENTACJA</vt:lpstr>
      <vt:lpstr>IMPLEMENTACJA</vt:lpstr>
      <vt:lpstr>IMPLEMENTACJA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Hubert Orlicki</dc:creator>
  <cp:lastModifiedBy>Hubert Orlicki</cp:lastModifiedBy>
  <cp:revision>6</cp:revision>
  <dcterms:created xsi:type="dcterms:W3CDTF">2025-03-09T16:17:15Z</dcterms:created>
  <dcterms:modified xsi:type="dcterms:W3CDTF">2026-04-10T10:59:32Z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0x01010053DE8BBE8F153D418928FE08208D5567</vt:lpwstr>
  </property>
</Properties>
</file>