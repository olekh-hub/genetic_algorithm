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4"/>
  </p:sldMasterIdLst>
  <p:sldIdLst>
    <p:sldId id="256" r:id="rId5"/>
    <p:sldId id="260" r:id="rId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9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0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5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963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91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6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70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444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03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95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10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187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85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Sieć połączonych kropek">
            <a:extLst>
              <a:ext uri="{FF2B5EF4-FFF2-40B4-BE49-F238E27FC236}">
                <a16:creationId xmlns:a16="http://schemas.microsoft.com/office/drawing/2014/main" id="{C1AFE1A5-03B6-59B6-6851-0B92D1D320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44" r="1" b="1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4444" y="1066800"/>
            <a:ext cx="4682990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F66001C-0B17-BE10-DE05-8ABE22DA3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818" y="1562101"/>
            <a:ext cx="3905203" cy="2738530"/>
          </a:xfrm>
        </p:spPr>
        <p:txBody>
          <a:bodyPr anchor="t">
            <a:normAutofit/>
          </a:bodyPr>
          <a:lstStyle/>
          <a:p>
            <a:r>
              <a:rPr lang="pl-PL" sz="4800" dirty="0"/>
              <a:t>Obliczenia ewolucyjne 2026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100D386-9CEA-70BD-60AE-986FA8559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818" y="4321622"/>
            <a:ext cx="3816351" cy="941832"/>
          </a:xfrm>
        </p:spPr>
        <p:txBody>
          <a:bodyPr>
            <a:normAutofit/>
          </a:bodyPr>
          <a:lstStyle/>
          <a:p>
            <a:r>
              <a:rPr lang="pl-PL" dirty="0"/>
              <a:t>Zajęcia projektowe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0800000" flipV="1">
            <a:off x="305077" y="1063752"/>
            <a:ext cx="0" cy="472744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640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0EBB4B-3B52-72F4-CE25-313DF647D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CEL: Zrealizowanie </a:t>
            </a:r>
            <a:r>
              <a:rPr lang="pl-PL"/>
              <a:t>i zaliczenie </a:t>
            </a:r>
            <a:r>
              <a:rPr lang="pl-PL" dirty="0"/>
              <a:t>4 projektów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9070228-F260-482F-4C85-AF43C953C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06040"/>
            <a:ext cx="10890928" cy="3566160"/>
          </a:xfrm>
        </p:spPr>
        <p:txBody>
          <a:bodyPr/>
          <a:lstStyle/>
          <a:p>
            <a:r>
              <a:rPr lang="pl-PL" dirty="0"/>
              <a:t>Implementacja klasycznego algorytmu genetycznego</a:t>
            </a:r>
          </a:p>
          <a:p>
            <a:r>
              <a:rPr lang="pl-PL" dirty="0"/>
              <a:t>Implementacja chromosomu rzeczywistego</a:t>
            </a:r>
          </a:p>
          <a:p>
            <a:r>
              <a:rPr lang="pl-PL" dirty="0"/>
              <a:t>Wykorzystanie bibliotek </a:t>
            </a:r>
            <a:r>
              <a:rPr lang="pl-PL" dirty="0" err="1"/>
              <a:t>PyGAD</a:t>
            </a:r>
            <a:r>
              <a:rPr lang="pl-PL" dirty="0"/>
              <a:t> do algorytmów genetycznych w języku </a:t>
            </a:r>
            <a:r>
              <a:rPr lang="pl-PL" dirty="0" err="1"/>
              <a:t>Python</a:t>
            </a:r>
            <a:endParaRPr lang="pl-PL" dirty="0"/>
          </a:p>
          <a:p>
            <a:r>
              <a:rPr lang="pl-PL" dirty="0"/>
              <a:t>Wykorzystanie algorytmów inspirowanych biologią do optymalizacji funkcji wielu zmiennych z wykorzystaniem bibliotek </a:t>
            </a:r>
            <a:r>
              <a:rPr lang="pl-PL" dirty="0" err="1"/>
              <a:t>MealPy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7502148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3DE8BBE8F153D418928FE08208D5567" ma:contentTypeVersion="0" ma:contentTypeDescription="Utwórz nowy dokument." ma:contentTypeScope="" ma:versionID="88446389dcafcffa0c89d2c6137f633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599c7a2fdca1aa3d726ea022ee4c6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C45A1A-5490-4CCC-AAA5-7C05891E5B4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D99701F-E2E3-4828-96D7-90A382C2F6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CB2470-6F29-4801-AA04-EEE9BADFE125}"/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41</Words>
  <Application>Microsoft Office PowerPoint</Application>
  <PresentationFormat>Panoramiczny</PresentationFormat>
  <Paragraphs>7</Paragraphs>
  <Slides>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</vt:i4>
      </vt:variant>
    </vt:vector>
  </HeadingPairs>
  <TitlesOfParts>
    <vt:vector size="5" baseType="lpstr">
      <vt:lpstr>Arial</vt:lpstr>
      <vt:lpstr>Grandview Display</vt:lpstr>
      <vt:lpstr>DashVTI</vt:lpstr>
      <vt:lpstr>Obliczenia ewolucyjne 2026</vt:lpstr>
      <vt:lpstr>CEL: Zrealizowanie i zaliczenie 4 projektów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Hubert Orlicki</dc:creator>
  <cp:lastModifiedBy>Hubert Orlicki</cp:lastModifiedBy>
  <cp:revision>11</cp:revision>
  <dcterms:created xsi:type="dcterms:W3CDTF">2025-02-17T11:49:11Z</dcterms:created>
  <dcterms:modified xsi:type="dcterms:W3CDTF">2026-02-23T11:14:41Z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0x01010053DE8BBE8F153D418928FE08208D5567</vt:lpwstr>
  </property>
</Properties>
</file>